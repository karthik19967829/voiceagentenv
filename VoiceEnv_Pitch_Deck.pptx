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07088"/>
                </a:solidFill>
                <a:latin typeface="Calibri"/>
              </a:defRPr>
            </a:pPr>
            <a:r>
              <a:t>VOICEENV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Community-Driven Environment Hub</a:t>
            </a:r>
            <a:br/>
            <a:r>
              <a:t>for Speech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27432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B0B0C0"/>
                </a:solidFill>
                <a:latin typeface="Calibri"/>
              </a:defRPr>
            </a:pPr>
            <a:r>
              <a:t>Open environments. Shared benchmarks. Better voice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07088"/>
                </a:solidFill>
                <a:latin typeface="Calibri"/>
              </a:defRPr>
            </a:pPr>
            <a:r>
              <a:t>[Founder Name]  ·  [email]  ·  Pre-Seed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Speech LLMs are being built blind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84832"/>
            <a:ext cx="54864" cy="6400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 shared training environments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B0B0C0"/>
                </a:solidFill>
                <a:latin typeface="Calibri"/>
              </a:defRPr>
            </a:pPr>
            <a:r>
              <a:t>Text LLMs have Prime Intellect, OpenEnv, and hundreds of RL environments. Speech LLMs have nothing — every team builds evaluation from scratch.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64992"/>
            <a:ext cx="54864" cy="6400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Testing tools are silos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B0B0C0"/>
                </a:solidFill>
                <a:latin typeface="Calibri"/>
              </a:defRPr>
            </a:pPr>
            <a:r>
              <a:t>Hamming, Coval, Bluejay, and Maxim let you QA your agent in private. None of the data feeds back into making the underlying models better.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45152"/>
            <a:ext cx="54864" cy="6400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Voice is harder than text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B0B0C0"/>
                </a:solidFill>
                <a:latin typeface="Calibri"/>
              </a:defRPr>
            </a:pPr>
            <a:r>
              <a:t>Interruptions, barge-ins, accents, cultural norms, emotional tone — these can't be captured in text-based eval. The benchmarks don't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layer of the stack exists — except this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07088"/>
                </a:solidFill>
                <a:latin typeface="Calibri"/>
              </a:defRPr>
            </a:pPr>
            <a:r>
              <a:t>VOICE AGENT</a:t>
            </a:r>
            <a:br/>
            <a:r>
              <a:t>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Vapi · Retell · Bland</a:t>
            </a:r>
            <a:br/>
            <a:r>
              <a:t>ElevenLabs · LiveKit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Build voice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19456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07088"/>
                </a:solidFill>
                <a:latin typeface="Calibri"/>
              </a:defRPr>
            </a:pPr>
            <a:r>
              <a:t>SPEECH</a:t>
            </a:r>
            <a:br/>
            <a: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108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OpenAI Realtime · Gemini</a:t>
            </a:r>
            <a:br/>
            <a:r>
              <a:t>Deepgram · AssemblyAI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023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Power the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19456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07088"/>
                </a:solidFill>
                <a:latin typeface="Calibri"/>
              </a:defRPr>
            </a:pPr>
            <a:r>
              <a:t>GENERAL ENV</a:t>
            </a:r>
            <a:br/>
            <a:r>
              <a:t>HUBS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Prime Intellect</a:t>
            </a:r>
            <a:br/>
            <a:r>
              <a:t>OpenEnv (Meta + HF)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RL training for text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EXISTS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19456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07088"/>
                </a:solidFill>
                <a:latin typeface="Calibri"/>
              </a:defRPr>
            </a:pPr>
            <a:r>
              <a:t>VOICE AGENT</a:t>
            </a:r>
            <a:br/>
            <a:r>
              <a:t>ENV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108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023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Community environments for</a:t>
            </a:r>
            <a:br/>
            <a:r>
              <a:t>speech model training &amp;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A502"/>
                </a:solidFill>
                <a:latin typeface="Calibri"/>
              </a:defRPr>
            </a:pPr>
            <a:r>
              <a:t>MISSING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VoiceEnv: community-contributed environments</a:t>
            </a:r>
            <a:br/>
            <a:r>
              <a:t>that train and benchmark speech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54864" cy="1645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6C5CE7"/>
                </a:solidFill>
                <a:latin typeface="Calibri"/>
              </a:defRPr>
            </a:pPr>
            <a:r>
              <a:t>Contribute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Anyone creates &amp; publishes voice</a:t>
            </a:r>
            <a:br/>
            <a:r>
              <a:t>environments: scenarios, caller</a:t>
            </a:r>
            <a:br/>
            <a:r>
              <a:t>personas, tools, scoring rubrics.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54864" cy="16459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D2D3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Run any speech LLM against the</a:t>
            </a:r>
            <a:br/>
            <a:r>
              <a:t>community environment set.</a:t>
            </a:r>
            <a:br/>
            <a:r>
              <a:t>Public leaderboard ranks models.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43200"/>
            <a:ext cx="54864" cy="1645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E676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291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Environments + run data export as</a:t>
            </a:r>
            <a:br/>
            <a:r>
              <a:t>RL-ready training datasets.</a:t>
            </a:r>
            <a:br/>
            <a:r>
              <a:t>Compatible with TRL, OpenEnv, Prime.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contribution to model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6C5CE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Define a voice scenario:</a:t>
            </a:r>
            <a:br/>
            <a:r>
              <a:t>task, caller persona,</a:t>
            </a:r>
            <a:br/>
            <a:r>
              <a:t>tools, scoring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7070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D2D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D2D3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Share on the open</a:t>
            </a:r>
            <a:br/>
            <a:r>
              <a:t>registry — browsable,</a:t>
            </a:r>
            <a:br/>
            <a:r>
              <a:t>forkable, tagged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7070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E67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Run speech models</a:t>
            </a:r>
            <a:br/>
            <a:r>
              <a:t>against environments.</a:t>
            </a:r>
            <a:br/>
            <a:r>
              <a:t>Scored &amp; ranked.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7070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A50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A502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Export as RL-ready</a:t>
            </a:r>
            <a:br/>
            <a:r>
              <a:t>datasets. Feed into</a:t>
            </a:r>
            <a:br/>
            <a:r>
              <a:t>speech model training.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The flywheel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C0"/>
                </a:solidFill>
                <a:latin typeface="Calibri"/>
              </a:defRPr>
            </a:pPr>
            <a:r>
              <a:t>More contributors → richer environments → better benchmarks → more model teams use it → more contributors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EXAMPLE VOICE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community contributors will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Founder Sales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Skeptical VP prospect · anti-AI objections</a:t>
            </a:r>
            <a:br/>
            <a:r>
              <a:t>· pricing pressure · meeting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Task success, persona fidelity,</a:t>
            </a:r>
            <a:br/>
            <a:r>
              <a:t>objection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Healthcare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Anxious patient · medical terminology</a:t>
            </a:r>
            <a:br/>
            <a:r>
              <a:t>· HIPAA compliance · escalation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Compliance, empathy score,</a:t>
            </a:r>
            <a:br/>
            <a:r>
              <a:t>clinical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Multilingual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Code-switching caller · accent variation</a:t>
            </a:r>
            <a:br/>
            <a:r>
              <a:t>· cultural etiquette · dialect preservation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Representation fidelity,</a:t>
            </a:r>
            <a:br/>
            <a:r>
              <a:t>language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Collections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Emotional debtor · regulatory constraints</a:t>
            </a:r>
            <a:br/>
            <a:r>
              <a:t>· payment negotiation · legal boundaries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Compliance, resolution rate,</a:t>
            </a:r>
            <a:br/>
            <a:r>
              <a:t>tone appropriateness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61188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Appointment Scheduling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Impatient caller · complex availability</a:t>
            </a:r>
            <a:br/>
            <a:r>
              <a:t>· timezone handling · confirmation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Task completion, latency,</a:t>
            </a:r>
            <a:br/>
            <a:r>
              <a:t>error recovery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611880"/>
            <a:ext cx="3474720" cy="14630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Emergency 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Panicked caller · background noise</a:t>
            </a:r>
            <a:br/>
            <a:r>
              <a:t>· critical info extraction · urgency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07088"/>
                </a:solidFill>
                <a:latin typeface="Calibri"/>
              </a:defRPr>
            </a:pPr>
            <a:r>
              <a:t>Response time, accuracy,</a:t>
            </a:r>
            <a:br/>
            <a:r>
              <a:t>calm-under-pressure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Massive market, clear wedge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10896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6C5CE7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$11.7B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Voice AI Market (2026)</a:t>
            </a:r>
            <a:br/>
            <a:r>
              <a:t>$32B by 2030 · 29% 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07088"/>
                </a:solidFill>
                <a:latin typeface="Calibri"/>
              </a:defRPr>
            </a:pPr>
            <a:r>
              <a:t>The total voice AI market including platforms,</a:t>
            </a:r>
            <a:br/>
            <a:r>
              <a:t>infrastructure, and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10896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2D3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$2.3B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LLM Eval-as-a-Service (2026)</a:t>
            </a:r>
            <a:br/>
            <a:r>
              <a:t>$6.3B by 2030 · 30%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07088"/>
                </a:solidFill>
                <a:latin typeface="Calibri"/>
              </a:defRPr>
            </a:pPr>
            <a:r>
              <a:t>The evaluation and benchmarking layer —</a:t>
            </a:r>
            <a:br/>
            <a:r>
              <a:t>where model quality is measured.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011680"/>
            <a:ext cx="310896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$150M+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Voice-Specific Eval &amp; Training</a:t>
            </a:r>
            <a:br/>
            <a:r>
              <a:t>Environments (est.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07088"/>
                </a:solidFill>
                <a:latin typeface="Calibri"/>
              </a:defRPr>
            </a:pPr>
            <a:r>
              <a:t>No incumbent. Voice agent teams + speech</a:t>
            </a:r>
            <a:br/>
            <a:r>
              <a:t>model companies with no shared eval infra.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forces converging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66544"/>
            <a:ext cx="54864" cy="5943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Speech LLMs hit an inflection point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B0B0C0"/>
                </a:solidFill>
                <a:latin typeface="Calibri"/>
              </a:defRPr>
            </a:pPr>
            <a:r>
              <a:t>OpenAI Realtime API, Gemini Live, ElevenLabs ($500M raise at $11B) — speech-native models are going mainstream. They all need 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63824"/>
            <a:ext cx="54864" cy="59436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RL post-training is the new frontier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B0B0C0"/>
                </a:solidFill>
                <a:latin typeface="Calibri"/>
              </a:defRPr>
            </a:pPr>
            <a:r>
              <a:t>Prime Intellect, OpenEnv, TRL, and TorchForge have proven that RL environments drive model improvement. Voice is the obvious next domain.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61104"/>
            <a:ext cx="54864" cy="5943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Voice agent adoption is exploding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B0B0C0"/>
                </a:solidFill>
                <a:latin typeface="Calibri"/>
              </a:defRPr>
            </a:pPr>
            <a:r>
              <a:t>$65M+ to Bland, $20M+ to Vapi, $130M to Deepgram — every company shipping voice agents needs to know if they work before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58384"/>
            <a:ext cx="54864" cy="59436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 one owns the voice benchmark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B0B0C0"/>
                </a:solidFill>
                <a:latin typeface="Calibri"/>
              </a:defRPr>
            </a:pPr>
            <a:r>
              <a:t>LMSYS Chatbot Arena became the standard for text. VoiceBench and τ-Bench are early academic efforts. The community hub doesn't exist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Adjacent players, no direct competitor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A502"/>
                </a:solidFill>
                <a:latin typeface="Calibri"/>
              </a:defRPr>
            </a:pPr>
            <a:r>
              <a:t>VOICE TESTING TOOLS (closed, single-player)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Hamming · $3.8M seed · QA for voice agents · Cisco, Bland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Coval · Voice agent analytics · no shared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Bluejay · Simulation testing · private test configs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Maxim · AI eval platform · not voice-specific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Roark · Voice agent testing · compliance focus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D2D3"/>
                </a:solidFill>
                <a:latin typeface="Calibri"/>
              </a:defRPr>
            </a:pPr>
            <a:r>
              <a:t>GENERAL ENV HUBS (text-only, not voice)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Prime Intellect · Environments Hub · RL training for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OpenEnv (Meta + HF) · Gymnasium-style envs · Docker-based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LMSYS Chatbot Arena · Human preference · text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VoiceBench · Academic benchmark · no community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· τ-Bench · Sierra Research · tool + voice eval prototype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846320"/>
            <a:ext cx="7589520" cy="1188720"/>
          </a:xfrm>
          <a:prstGeom prst="roundRect">
            <a:avLst/>
          </a:prstGeom>
          <a:solidFill>
            <a:srgbClr val="1C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4937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 POSITION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Voice-native + community-contributed + open standard + model training loop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B0B0C0"/>
                </a:solidFill>
                <a:latin typeface="Calibri"/>
              </a:defRPr>
            </a:pPr>
            <a:r>
              <a:t>Testing tools are closed silos. General hubs don't handle voice.</a:t>
            </a:r>
            <a:br/>
            <a:r>
              <a:t>We are the missing layer.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core with three 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6C5CE7"/>
                </a:solidFill>
                <a:latin typeface="Calibri"/>
              </a:defRPr>
            </a:pPr>
            <a:r>
              <a:t>FREE &amp;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Environment spec · Public registry</a:t>
            </a:r>
            <a:br/>
            <a:r>
              <a:t>Benchmark runner · Community 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07088"/>
                </a:solidFill>
                <a:latin typeface="Calibri"/>
              </a:defRPr>
            </a:pPr>
            <a:r>
              <a:t>Drives adoption and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Community flywheel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D2D3"/>
                </a:solidFill>
                <a:latin typeface="Calibri"/>
              </a:defRPr>
            </a:pPr>
            <a:r>
              <a:t>PRO — $500-2K/mo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Private environments · Advanced scoring</a:t>
            </a:r>
            <a:br/>
            <a:r>
              <a:t>CI/CD integration · Team workspaces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07088"/>
                </a:solidFill>
                <a:latin typeface="Calibri"/>
              </a:defRPr>
            </a:pPr>
            <a:r>
              <a:t>Voice agent teams doing pre-prod 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D2D3"/>
                </a:solidFill>
                <a:latin typeface="Calibri"/>
              </a:defRPr>
            </a:pPr>
            <a:r>
              <a:t>Voice agent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E676"/>
                </a:solidFill>
                <a:latin typeface="Calibri"/>
              </a:defRPr>
            </a:pPr>
            <a:r>
              <a:t>ENTERPRISE — $25-100K/yr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Custom environment packs · Dedicated benchmark suites</a:t>
            </a:r>
            <a:br/>
            <a:r>
              <a:t>Training data licensing · SLA +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07088"/>
                </a:solidFill>
                <a:latin typeface="Calibri"/>
              </a:defRPr>
            </a:pPr>
            <a:r>
              <a:t>Speech model companies, large enterprises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Model builders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buyer segments, fast path to LOIs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54864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SEGMENT 1: Voice Agent Platforms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707088"/>
                </a:solidFill>
                <a:latin typeface="Calibri"/>
              </a:defRPr>
            </a:pPr>
            <a:r>
              <a:t>Vapi · Retell · Bland · LiveKit · Parloa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20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Pain: No standardized way to prove agent quality to customers.</a:t>
            </a:r>
            <a:br/>
            <a:r>
              <a:t>Offer: "Benchmark your agents against community environments.</a:t>
            </a:r>
            <a:br/>
            <a:r>
              <a:t>Publish results. Win deals with proof."</a:t>
            </a:r>
            <a:br/>
            <a:r>
              <a:t>Price: Pro tier → $1-2K/mo per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54864" cy="1188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D2D3"/>
                </a:solidFill>
                <a:latin typeface="Calibri"/>
              </a:defRPr>
            </a:pPr>
            <a:r>
              <a:t>SEGMENT 2: Speech Model Companies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707088"/>
                </a:solidFill>
                <a:latin typeface="Calibri"/>
              </a:defRPr>
            </a:pPr>
            <a:r>
              <a:t>ElevenLabs · Deepgram · AssemblyAI · OpenAI ·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Pain: Building eval internally is expensive and biased.</a:t>
            </a:r>
            <a:br/>
            <a:r>
              <a:t>Offer: "Use community-contributed environments as your</a:t>
            </a:r>
            <a:br/>
            <a:r>
              <a:t>training curriculum and public benchmark."</a:t>
            </a:r>
            <a:br/>
            <a:r>
              <a:t>Price: Enterprise → $50-100K/yr for training data +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92040"/>
            <a:ext cx="54864" cy="1188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SEGMENT 3: Enterprise Voice AI Teams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707088"/>
                </a:solidFill>
                <a:latin typeface="Calibri"/>
              </a:defRPr>
            </a:pPr>
            <a:r>
              <a:t>Banks · Healthcare · Insurance · Telecom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846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Pain: Can't stress-test voice agents before production.</a:t>
            </a:r>
            <a:br/>
            <a:r>
              <a:t>Offer: "Create domain-specific environments. Run before</a:t>
            </a:r>
            <a:br/>
            <a:r>
              <a:t>you ship. Share across your org."</a:t>
            </a:r>
            <a:br/>
            <a:r>
              <a:t>Price: Enterprise → $25-50K/yr per org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A502"/>
                </a:solidFill>
                <a:latin typeface="Calibri"/>
              </a:defRPr>
            </a:pPr>
            <a:r>
              <a:t>Path to LOIs in 60 days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B0B0C0"/>
                </a:solidFill>
                <a:latin typeface="Calibri"/>
              </a:defRPr>
            </a:pPr>
            <a:r>
              <a:t>Week 1-2: Ship open spec + 5 environments  ·  Week 3-4: Launch leaderboard with 3 models  ·  Week 5-8: Approach Vapi, Retell, Bland, Deepgram with benchmark results on their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spec to standard in 12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07088"/>
                </a:solidFill>
                <a:latin typeface="Calibri"/>
              </a:defRPr>
            </a:pPr>
            <a:r>
              <a:t>NOW → Month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6C5CE7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· Open environment spec</a:t>
            </a:r>
            <a:br/>
            <a:r>
              <a:t>· 10 seed environments</a:t>
            </a:r>
            <a:br/>
            <a:r>
              <a:t>· Text-first runner</a:t>
            </a:r>
            <a:br/>
            <a:r>
              <a:t>· Public leaderboard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07088"/>
                </a:solidFill>
                <a:latin typeface="Calibri"/>
              </a:defRPr>
            </a:pPr>
            <a:r>
              <a:t>Month 3-5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D2D3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· Contributor portal live</a:t>
            </a:r>
            <a:br/>
            <a:r>
              <a:t>· 50+ environments</a:t>
            </a:r>
            <a:br/>
            <a:r>
              <a:t>· Voice streaming support</a:t>
            </a:r>
            <a:br/>
            <a:r>
              <a:t>· First LOIs 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07088"/>
                </a:solidFill>
                <a:latin typeface="Calibri"/>
              </a:defRPr>
            </a:pPr>
            <a:r>
              <a:t>Month 6-9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E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· Pro tier launch</a:t>
            </a:r>
            <a:br/>
            <a:r>
              <a:t>· Enterprise pilots</a:t>
            </a:r>
            <a:br/>
            <a:r>
              <a:t>· OpenEnv / Prime export</a:t>
            </a:r>
            <a:br/>
            <a:r>
              <a:t>· 200+ environments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103120"/>
            <a:ext cx="2560320" cy="365760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07088"/>
                </a:solidFill>
                <a:latin typeface="Calibri"/>
              </a:defRPr>
            </a:pPr>
            <a:r>
              <a:t>Month 10-12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A502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· De facto voice benchmark</a:t>
            </a:r>
            <a:br/>
            <a:r>
              <a:t>· Training data licensing</a:t>
            </a:r>
            <a:br/>
            <a:r>
              <a:t>· RL integration partnerships</a:t>
            </a:r>
            <a:br/>
            <a:r>
              <a:t>· 500+ environments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by people who understand voice +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2926080" cy="25603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[Founder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CEO · [background]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560320"/>
            <a:ext cx="2926080" cy="25603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[Co-founder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CTO · [background]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60320"/>
            <a:ext cx="2926080" cy="2560320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[Advisor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Advisor · [background]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Raising $[X]M pre-seed to build the</a:t>
            </a:r>
            <a:br/>
            <a:r>
              <a:t>community environment hub for speech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36576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2D3"/>
                </a:solidFill>
                <a:latin typeface="Calibri"/>
              </a:defRPr>
            </a:pPr>
            <a:r>
              <a:t>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2 engineers (infra + frontend) + 1 community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2D3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Environment spec, contributor portal, benchmark 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2D3"/>
                </a:solidFill>
                <a:latin typeface="Calibri"/>
              </a:defRPr>
            </a:pPr>
            <a: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50 high-quality voice environments across 6 verticals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2D3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377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Public leaderboard + first enterprise LOIs in 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07088"/>
                </a:solidFill>
                <a:latin typeface="Calibri"/>
              </a:defRPr>
            </a:pPr>
            <a:r>
              <a:t>[Founder Name]  ·  [email]  ·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